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tranp</dc:creator>
  <cp:lastModifiedBy>Phú Trần Hoàng</cp:lastModifiedBy>
  <cp:revision>1</cp:revision>
  <dcterms:created xsi:type="dcterms:W3CDTF">2026-09-06T01:21:53Z</dcterms:created>
  <dcterms:modified xsi:type="dcterms:W3CDTF">2026-09-06T01:21:53Z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E24C03741D7741BCA63F40A59B4329A9_11</vt:lpwstr>
  </property>
</Properties>
</file>