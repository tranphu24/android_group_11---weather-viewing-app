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conformance="strict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.62%" autoAdjust="0"/>
    <p:restoredTop sz="94.621%" autoAdjust="0"/>
  </p:normalViewPr>
  <p:slideViewPr>
    <p:cSldViewPr>
      <p:cViewPr varScale="1">
        <p:scale>
          <a:sx n="59" d="100"/>
          <a:sy n="59" d="100"/>
        </p:scale>
        <p:origin x="840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7.xml"/><Relationship Id="rId13" Type="http://purl.oclc.org/ooxml/officeDocument/relationships/slide" Target="slides/slide12.xml"/><Relationship Id="rId18" Type="http://purl.oclc.org/ooxml/officeDocument/relationships/tableStyles" Target="tableStyles.xml"/><Relationship Id="rId3" Type="http://purl.oclc.org/ooxml/officeDocument/relationships/slide" Target="slides/slide2.xml"/><Relationship Id="rId7" Type="http://purl.oclc.org/ooxml/officeDocument/relationships/slide" Target="slides/slide6.xml"/><Relationship Id="rId12" Type="http://purl.oclc.org/ooxml/officeDocument/relationships/slide" Target="slides/slide11.xml"/><Relationship Id="rId17" Type="http://purl.oclc.org/ooxml/officeDocument/relationships/theme" Target="theme/theme1.xml"/><Relationship Id="rId2" Type="http://purl.oclc.org/ooxml/officeDocument/relationships/slide" Target="slides/slide1.xml"/><Relationship Id="rId16" Type="http://purl.oclc.org/ooxml/officeDocument/relationships/viewProps" Target="viewProps.xml"/><Relationship Id="rId1" Type="http://purl.oclc.org/ooxml/officeDocument/relationships/slideMaster" Target="slideMasters/slideMaster1.xml"/><Relationship Id="rId6" Type="http://purl.oclc.org/ooxml/officeDocument/relationships/slide" Target="slides/slide5.xml"/><Relationship Id="rId11" Type="http://purl.oclc.org/ooxml/officeDocument/relationships/slide" Target="slides/slide10.xml"/><Relationship Id="rId5" Type="http://purl.oclc.org/ooxml/officeDocument/relationships/slide" Target="slides/slide4.xml"/><Relationship Id="rId15" Type="http://purl.oclc.org/ooxml/officeDocument/relationships/presProps" Target="presProps.xml"/><Relationship Id="rId10" Type="http://purl.oclc.org/ooxml/officeDocument/relationships/slide" Target="slides/slide9.xml"/><Relationship Id="rId4" Type="http://purl.oclc.org/ooxml/officeDocument/relationships/slide" Target="slides/slide3.xml"/><Relationship Id="rId9" Type="http://purl.oclc.org/ooxml/officeDocument/relationships/slide" Target="slides/slide8.xml"/><Relationship Id="rId14" Type="http://purl.oclc.org/ooxml/officeDocument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D6BA8A-F77C-4AB1-B5D2-04EDD07127B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A83E9-8589-4401-ADEC-BED8DFDAD9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1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%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theme" Target="../theme/theme1.xml"/><Relationship Id="rId2" Type="http://purl.oclc.org/ooxml/officeDocument/relationships/slideLayout" Target="../slideLayouts/slideLayout2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%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%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%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%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%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%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%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purl.oclc.org/ooxml/officeDocument/relationships/image" Target="../media/image1.png"/><Relationship Id="rId1" Type="http://purl.oclc.org/ooxml/officeDocument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purl.oclc.org/ooxml/officeDocument/relationships/image" Target="../media/image4.png"/><Relationship Id="rId1" Type="http://purl.oclc.org/ooxml/officeDocument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purl.oclc.org/ooxml/officeDocument/relationships/image" Target="../media/image6.png"/><Relationship Id="rId1" Type="http://purl.oclc.org/ooxml/officeDocument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purl.oclc.org/ooxml/officeDocument/relationships/image" Target="../media/image7.png"/><Relationship Id="rId1" Type="http://purl.oclc.org/ooxml/officeDocument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purl.oclc.org/ooxml/officeDocument/relationships/image" Target="../media/image8.png"/><Relationship Id="rId1" Type="http://purl.oclc.org/ooxml/officeDocument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image" Target="../media/image9.png"/><Relationship Id="rId1" Type="http://purl.oclc.org/ooxml/officeDocument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purl.oclc.org/ooxml/officeDocument/relationships/image" Target="../media/image10.png"/><Relationship Id="rId1" Type="http://purl.oclc.org/ooxml/officeDocument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purl.oclc.org/ooxml/officeDocument/relationships/image" Target="../media/image11.png"/><Relationship Id="rId1" Type="http://purl.oclc.org/ooxml/officeDocument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purl.oclc.org/ooxml/officeDocument/relationships/image" Target="../media/image12.png"/><Relationship Id="rId1" Type="http://purl.oclc.org/ooxml/officeDocument/relationships/slideLayout" Target="../slideLayouts/slideLayout7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1.718%" t="2.941%" r="1.718%" b="3.781%"/>
          <a:stretch/>
        </p:blipFill>
        <p:spPr>
          <a:xfrm>
            <a:off x="-3432" y="0"/>
            <a:ext cx="16259432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l="0.752%" t="2.101%" r="1.22%" b="2.94%"/>
          <a:stretch/>
        </p:blipFill>
        <p:spPr>
          <a:xfrm>
            <a:off x="-13937" y="0"/>
            <a:ext cx="16489545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t="-2.941%" b="2.941%"/>
          <a:stretch/>
        </p:blipFill>
        <p:spPr>
          <a:xfrm>
            <a:off x="0" y="-228600"/>
            <a:ext cx="16256000" cy="9372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r="1.25%" b="2.941%"/>
          <a:stretch/>
        </p:blipFill>
        <p:spPr>
          <a:xfrm>
            <a:off x="-106878" y="0"/>
            <a:ext cx="16469756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.941%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.941%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.941%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0.035%" r="0.035%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736"/>
            <a:ext cx="16256000" cy="9066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736"/>
            <a:ext cx="16256000" cy="9066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736"/>
            <a:ext cx="16256000" cy="90665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.941%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l="50%" t="-80%" r="50%" b="1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l="50%" t="50%" r="50%" b="50%"/>
          </a:path>
        </a:gradFill>
      </a:bgFillStyleLst>
    </a:fmtScheme>
  </a:themeElements>
  <a:objectDefaults/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  <a:ln w="2540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purl.oclc.org/ooxml/officeDocument/extendedProperties" xmlns:vt="http://purl.oclc.org/ooxml/officeDocument/docPropsVTypes">
  <TotalTime>87</TotalTime>
  <Words>0</Words>
  <Application>Microsoft Office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Lưu Gia Phúc</cp:lastModifiedBy>
  <cp:revision>7</cp:revision>
  <dcterms:created xsi:type="dcterms:W3CDTF">2006-08-16T00:00:00Z</dcterms:created>
  <dcterms:modified xsi:type="dcterms:W3CDTF">2026-09-25T03:50:37Z</dcterms:modified>
</cp:coreProperties>
</file>